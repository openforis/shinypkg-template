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35"/>
    <p:restoredTop sz="94694"/>
  </p:normalViewPr>
  <p:slideViewPr>
    <p:cSldViewPr snapToGrid="0">
      <p:cViewPr>
        <p:scale>
          <a:sx n="138" d="100"/>
          <a:sy n="138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5871A-0A19-BB55-7319-77090BF2C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5561D-7295-E04F-CE0A-5952A4429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82DE9-7932-8D77-3351-FFEA24071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5B929-63D1-7A60-38B7-2E43E601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F2FD1-7212-07C3-1EB1-61B057A4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9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74F3-D3E0-66C1-D6DD-C5932EB3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D8A24-8498-FBDD-C621-2EDA19AAF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5BC0C-FC78-57EE-A982-3D38FCBA1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D82DD-C5B8-6394-6E19-D6683DD29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D24C3-05C3-6509-1247-2C462C50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1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44B6E-5A5F-B798-BC70-115747D8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53B4B-2D12-57EF-F7B0-0E75BBAEB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0B0B9-C004-6B8F-D275-A86C1ADC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C3E72-3F4E-0F62-3665-BA1E87C5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1859E-0BF0-780F-9994-E3E5AA6A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BDDA-CC03-F44F-36CF-2B3E87020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54E8A-B5A3-6D06-CEA9-98BC995C3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1A326-2C88-5321-1FB1-15F7AF957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700C7-EA60-00C6-B5D2-259F7752E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ACB66-6776-217B-C243-D3565B07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6DF5D-EC96-C42D-B63C-4C96B830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32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C36A-CBFE-0A67-B158-3E714BE2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6FD41-F89C-5AC2-4055-0C3C176DA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9B17D-ADA9-FA76-9E42-EB83064CA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F665F-F0A2-FA49-0FC4-2A51723B2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0679E-D1C7-204B-757E-3C694A4F1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C6FA8-FA2A-02BE-B53F-8A729FDDA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699AA-583B-16AA-368F-3FC6E828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2CD99-CA46-F672-8154-14ABC317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95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F749-AA4A-8E0F-2DD8-030A0406C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B7E14-E840-8A4D-953C-93D26BB2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86878-3719-5CB8-99D4-53D59874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9072B2-17AC-EC03-4474-3D7071952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661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F601E-86B8-96FD-94EB-71CD97FC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605D0-64C1-197F-BA3A-17A018FEE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6A82A-C53F-0D4E-4B89-881F9F53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2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5293-F7C4-C645-AEA1-481BE5F18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E0C3-A007-098B-78B1-2E7293FAA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DF794-FDA1-1E91-86B9-4F3B6AF48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CE6E9-0E5E-3420-6E0B-D7292A0E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B2035-5484-6264-CA4A-60FD0B0E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AB2EB-353D-A237-EC83-5C98606C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4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EAC27-2B1C-DC9A-396E-9045BFF01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0843F-20E1-313A-117D-D22B2BD575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4593E-2F83-6743-5461-EE807991A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A3162-3109-C7DD-92FB-6B1388F9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1A98C-A7C0-8F56-DEE4-1EEB4F12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A6D2E-E531-2419-C26A-984C0317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6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4095-7F71-8198-CE25-C54F2C472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09F20-FEFB-02E9-E66D-C58E13716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A4549-8339-14C4-5A94-ED81FAF4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4C9CA-B1A1-C382-B266-8AA9510D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4E0AC-7F1B-CD59-E398-98AB64ED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2C426-7C79-785A-9731-F77226A93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27161-988F-3356-5B41-11B1EC905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9F609-0177-BF7A-89BD-EBE69A705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5565E-4E61-B4FF-7C75-734CB082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6D86E-6ACE-9B9A-15DE-CE109B45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08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6C420-DA3A-1807-32EE-464DE5E93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0BF90-C86B-353C-AADD-83465E369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CC291-C3D8-CBEA-30BC-872DF872E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D8DD9-694F-5046-B071-94C661A09D3D}" type="datetimeFigureOut">
              <a:rPr lang="en-US" smtClean="0"/>
              <a:t>2/18/26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886A9-ACE8-1733-61EF-40BAE41DE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A5FB6-E162-7FE9-4032-60743C303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0D85C-AF5F-914F-A155-EBDAADDF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69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A3CB676-FFEC-7826-45D4-5C3AB0FDB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356" y="679450"/>
            <a:ext cx="3260642" cy="224363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ADA2CB0-C503-1BE3-D020-956F9C738115}"/>
              </a:ext>
            </a:extLst>
          </p:cNvPr>
          <p:cNvGrpSpPr/>
          <p:nvPr/>
        </p:nvGrpSpPr>
        <p:grpSpPr>
          <a:xfrm>
            <a:off x="1716356" y="3256395"/>
            <a:ext cx="1987426" cy="1987426"/>
            <a:chOff x="1716356" y="3256395"/>
            <a:chExt cx="1987426" cy="198742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BBFCC1C-C52E-9093-EC1F-8EB3A509C088}"/>
                </a:ext>
              </a:extLst>
            </p:cNvPr>
            <p:cNvSpPr/>
            <p:nvPr/>
          </p:nvSpPr>
          <p:spPr>
            <a:xfrm>
              <a:off x="1716356" y="3256395"/>
              <a:ext cx="1987426" cy="198742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96E85AD-5223-9209-4DCA-DCEF8337510D}"/>
                </a:ext>
              </a:extLst>
            </p:cNvPr>
            <p:cNvSpPr/>
            <p:nvPr/>
          </p:nvSpPr>
          <p:spPr>
            <a:xfrm>
              <a:off x="1996849" y="3526558"/>
              <a:ext cx="1439078" cy="143907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620073B-2A31-2409-5EEC-5C5E77B83B66}"/>
                </a:ext>
              </a:extLst>
            </p:cNvPr>
            <p:cNvSpPr txBox="1"/>
            <p:nvPr/>
          </p:nvSpPr>
          <p:spPr>
            <a:xfrm>
              <a:off x="1990530" y="3892154"/>
              <a:ext cx="143907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Fira Code" pitchFamily="49" charset="0"/>
                  <a:ea typeface="Fira Code" pitchFamily="49" charset="0"/>
                  <a:cs typeface="Fira Code" pitchFamily="49" charset="0"/>
                </a:rPr>
                <a:t>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1328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Fira Code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Sola, Gael (NFOM)</dc:creator>
  <cp:lastModifiedBy>Sola, Gael (NFOM)</cp:lastModifiedBy>
  <cp:revision>2</cp:revision>
  <dcterms:created xsi:type="dcterms:W3CDTF">2026-02-18T07:35:11Z</dcterms:created>
  <dcterms:modified xsi:type="dcterms:W3CDTF">2026-02-18T07:44:23Z</dcterms:modified>
</cp:coreProperties>
</file>